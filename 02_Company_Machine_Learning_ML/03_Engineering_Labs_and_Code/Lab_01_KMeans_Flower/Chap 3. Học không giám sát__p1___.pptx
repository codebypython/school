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04T06:11:11.434"/>
    <p1510:client id="{1F9CC2CE-3843-AD7E-4177-E0C3C4EBF1AB}" v="1" dt="2026-09-04T06:22:38.576"/>
    <p1510:client id="{253EF03F-FE9C-7AD9-9C72-EF36306955E3}" v="2" dt="2026-09-04T06:13:21.146"/>
    <p1510:client id="{E9109036-1F3F-B3A2-7766-C987FD7FD325}" v="2" dt="2026-09-04T06:24:56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à Trần Khánh Huy" userId="S::102230018@sv1.dut.udn.vn::e712b32d-dbf3-418f-add7-d19039eefad9" providerId="AD" clId="Web-{00000000-0000-0000-0000-000000000000}"/>
    <pc:docChg chg="modSld">
      <pc:chgData name="Hà Trần Khánh Huy" userId="S::102230018@sv1.dut.udn.vn::e712b32d-dbf3-418f-add7-d19039eefad9" providerId="AD" clId="Web-{00000000-0000-0000-0000-000000000000}" dt="2026-09-04T06:11:11.434" v="0" actId="1076"/>
      <pc:docMkLst>
        <pc:docMk/>
      </pc:docMkLst>
      <pc:sldChg chg="modSp">
        <pc:chgData name="Hà Trần Khánh Huy" userId="S::102230018@sv1.dut.udn.vn::e712b32d-dbf3-418f-add7-d19039eefad9" providerId="AD" clId="Web-{00000000-0000-0000-0000-000000000000}" dt="2026-09-04T06:11:11.434" v="0" actId="1076"/>
        <pc:sldMkLst>
          <pc:docMk/>
          <pc:sldMk cId="904121451" sldId="256"/>
        </pc:sldMkLst>
        <pc:picChg chg="mod">
          <ac:chgData name="Hà Trần Khánh Huy" userId="S::102230018@sv1.dut.udn.vn::e712b32d-dbf3-418f-add7-d19039eefad9" providerId="AD" clId="Web-{00000000-0000-0000-0000-000000000000}" dt="2026-09-04T06:11:11.434" v="0" actId="1076"/>
          <ac:picMkLst>
            <pc:docMk/>
            <pc:sldMk cId="904121451" sldId="256"/>
            <ac:picMk id="3" creationId="{25326D1C-7C15-69A6-7018-BA3A7767C0EE}"/>
          </ac:picMkLst>
        </pc:picChg>
      </pc:sldChg>
    </pc:docChg>
  </pc:docChgLst>
  <pc:docChgLst>
    <pc:chgData name="Trần Nguyễn Duy Tân" userId="S::102230132@sv1.dut.udn.vn::1b95ef99-9126-48e6-b79f-82885505c8d6" providerId="AD" clId="Web-{253EF03F-FE9C-7AD9-9C72-EF36306955E3}"/>
    <pc:docChg chg="addSld delSld">
      <pc:chgData name="Trần Nguyễn Duy Tân" userId="S::102230132@sv1.dut.udn.vn::1b95ef99-9126-48e6-b79f-82885505c8d6" providerId="AD" clId="Web-{253EF03F-FE9C-7AD9-9C72-EF36306955E3}" dt="2026-09-04T06:13:21.146" v="1"/>
      <pc:docMkLst>
        <pc:docMk/>
      </pc:docMkLst>
      <pc:sldChg chg="new del">
        <pc:chgData name="Trần Nguyễn Duy Tân" userId="S::102230132@sv1.dut.udn.vn::1b95ef99-9126-48e6-b79f-82885505c8d6" providerId="AD" clId="Web-{253EF03F-FE9C-7AD9-9C72-EF36306955E3}" dt="2026-09-04T06:13:21.146" v="1"/>
        <pc:sldMkLst>
          <pc:docMk/>
          <pc:sldMk cId="3570224793" sldId="272"/>
        </pc:sldMkLst>
      </pc:sldChg>
    </pc:docChg>
  </pc:docChgLst>
  <pc:docChgLst>
    <pc:chgData name="Hà Trần Khánh Huy" userId="S::102230018@sv1.dut.udn.vn::e712b32d-dbf3-418f-add7-d19039eefad9" providerId="AD" clId="Web-{1F9CC2CE-3843-AD7E-4177-E0C3C4EBF1AB}"/>
    <pc:docChg chg="modSld">
      <pc:chgData name="Hà Trần Khánh Huy" userId="S::102230018@sv1.dut.udn.vn::e712b32d-dbf3-418f-add7-d19039eefad9" providerId="AD" clId="Web-{1F9CC2CE-3843-AD7E-4177-E0C3C4EBF1AB}" dt="2026-09-04T06:22:38.576" v="0" actId="1076"/>
      <pc:docMkLst>
        <pc:docMk/>
      </pc:docMkLst>
      <pc:sldChg chg="modSp">
        <pc:chgData name="Hà Trần Khánh Huy" userId="S::102230018@sv1.dut.udn.vn::e712b32d-dbf3-418f-add7-d19039eefad9" providerId="AD" clId="Web-{1F9CC2CE-3843-AD7E-4177-E0C3C4EBF1AB}" dt="2026-09-04T06:22:38.576" v="0" actId="1076"/>
        <pc:sldMkLst>
          <pc:docMk/>
          <pc:sldMk cId="2949417337" sldId="261"/>
        </pc:sldMkLst>
        <pc:picChg chg="mod">
          <ac:chgData name="Hà Trần Khánh Huy" userId="S::102230018@sv1.dut.udn.vn::e712b32d-dbf3-418f-add7-d19039eefad9" providerId="AD" clId="Web-{1F9CC2CE-3843-AD7E-4177-E0C3C4EBF1AB}" dt="2026-09-04T06:22:38.576" v="0" actId="1076"/>
          <ac:picMkLst>
            <pc:docMk/>
            <pc:sldMk cId="2949417337" sldId="261"/>
            <ac:picMk id="3" creationId="{D7A46DB5-FC88-EF66-F8B1-A0CA0D36CD0C}"/>
          </ac:picMkLst>
        </pc:picChg>
      </pc:sldChg>
    </pc:docChg>
  </pc:docChgLst>
  <pc:docChgLst>
    <pc:chgData name="Trần Quang Dũng" userId="S::102230011@sv1.dut.udn.vn::588ecf64-827c-452f-a5c2-660a239ec98d" providerId="AD" clId="Web-{E9109036-1F3F-B3A2-7766-C987FD7FD325}"/>
    <pc:docChg chg="addSld delSld">
      <pc:chgData name="Trần Quang Dũng" userId="S::102230011@sv1.dut.udn.vn::588ecf64-827c-452f-a5c2-660a239ec98d" providerId="AD" clId="Web-{E9109036-1F3F-B3A2-7766-C987FD7FD325}" dt="2026-09-04T06:24:56.261" v="1"/>
      <pc:docMkLst>
        <pc:docMk/>
      </pc:docMkLst>
      <pc:sldChg chg="new del">
        <pc:chgData name="Trần Quang Dũng" userId="S::102230011@sv1.dut.udn.vn::588ecf64-827c-452f-a5c2-660a239ec98d" providerId="AD" clId="Web-{E9109036-1F3F-B3A2-7766-C987FD7FD325}" dt="2026-09-04T06:24:56.261" v="1"/>
        <pc:sldMkLst>
          <pc:docMk/>
          <pc:sldMk cId="1182609191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CE25-B0DC-1523-AAA2-72FB3A6F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7704F-F6E7-AD4B-AD6C-8600C974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E1E3-233E-4355-8D83-C492B3891E6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69AD9-E85D-159C-F9A0-4DE24CF2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9346A-7AD6-D37C-C358-D3DD1265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F1975-EC8F-4804-9C51-071CD47F3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2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82193-8727-6E9C-8BCD-4CCF81FF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D1E81-F735-727E-C8BC-D2D833C03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97541-D879-40AF-7433-5C91D21C2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FE1E3-233E-4355-8D83-C492B3891E6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20F4-0F25-6009-2B2A-0C9B7AF19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E639B-4347-6929-19B8-BBE8773F9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F1975-EC8F-4804-9C51-071CD47F3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1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0D97867-29D5-BF6B-5395-E95046CF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Học máy và ứng dụng</a:t>
            </a:r>
            <a:br>
              <a:rPr lang="en-US" sz="4400"/>
            </a:br>
            <a:r>
              <a:rPr lang="en-US" sz="2400" i="1">
                <a:solidFill>
                  <a:srgbClr val="FFFF00"/>
                </a:solidFill>
              </a:rPr>
              <a:t>Chương 3: Học KHÔNG GIÁM SÁT</a:t>
            </a:r>
            <a:br>
              <a:rPr lang="en-US" sz="2400" i="1">
                <a:solidFill>
                  <a:srgbClr val="FFFF00"/>
                </a:solidFill>
              </a:rPr>
            </a:br>
            <a:endParaRPr lang="en-US" sz="2400" i="1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26D1C-7C15-69A6-7018-BA3A7767C0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07" y="940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2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BD12526-4145-FFFA-C25F-09C8521E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A197DB-8358-181F-2B87-F561553A819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B0FD69-DEF7-952F-DE7D-490857D0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4F66A-C761-51B1-F0E2-70AEE2A861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8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FD9F01-278A-48F3-8763-592D56E4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Phân cụm giữ liệu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9A117-F0A2-F613-CBD8-89DD0DB12E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1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09E63C2-8833-749B-E0D7-777B5F9B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70C0"/>
                </a:solidFill>
              </a:rPr>
              <a:t>Phân cụm giữ liệu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28C5A-1569-3E1E-F8C6-90D1653FD8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5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7840EC-52BA-ECD9-46B1-7426D72D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cụm dữ liệu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46DB5-FC88-EF66-F8B1-A0CA0D36CD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318" y="2597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1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9CB7B5A-9A07-A46C-3388-54F4F6A7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cụm dữ liệu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16DEC-57D8-0A87-D00A-405523CB49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3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227B25E-E714-32CA-EA9F-5D937C36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90C"/>
                </a:solidFill>
              </a:rPr>
              <a:t>K-means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EE023-315F-3922-E37A-4886156488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15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C9CBB3-D2FA-4204-18CA-C40396FB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5E67A7-14A8-B492-7F13-CCE33D2898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4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F9F5D0-4921-28D0-E96C-50925381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827D6-C219-7C1C-AAF9-F6E1E96308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03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69069C-28A5-D541-E5E4-3BFBA6F4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9578A7-29EC-C363-2BBF-B66FA53672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0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399EBB0-5AD4-956F-65D4-8BC16FB9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FA61A-1F47-1547-603C-E6A2283BA8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9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69EEE7A-3408-91D7-D7EE-26A7D94E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49B15D-376A-89DD-1F20-3F4E4A7747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96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349EBBE-CF2B-8946-7EA4-C3AD510F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83CBB-4A7C-1B0A-F3A9-CC51D9AAE2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1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9788291-1270-C382-2866-DB8E7E4A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12D0B-66AA-80B2-9947-511F51B10E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9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388488-8010-EAFC-7EB4-9056B51C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fuzzy c-means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BDBEB-2440-EEA9-D1EC-02681DD719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2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2b864-daaf-4add-a485-4c96af387f94">
      <Terms xmlns="http://schemas.microsoft.com/office/infopath/2007/PartnerControls"/>
    </lcf76f155ced4ddcb4097134ff3c332f>
    <TaxCatchAll xmlns="8afa5c7d-c215-4e27-9e5f-7d3e0ab764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620DB267B0E4DBBDC43D9886A5137" ma:contentTypeVersion="9" ma:contentTypeDescription="Create a new document." ma:contentTypeScope="" ma:versionID="1f6d6736ec4eb5a2ed654c4a2df72b83">
  <xsd:schema xmlns:xsd="http://www.w3.org/2001/XMLSchema" xmlns:xs="http://www.w3.org/2001/XMLSchema" xmlns:p="http://schemas.microsoft.com/office/2006/metadata/properties" xmlns:ns2="4532b864-daaf-4add-a485-4c96af387f94" xmlns:ns3="8afa5c7d-c215-4e27-9e5f-7d3e0ab764f2" targetNamespace="http://schemas.microsoft.com/office/2006/metadata/properties" ma:root="true" ma:fieldsID="781bb6c2158169cdccd25c78423e8710" ns2:_="" ns3:_="">
    <xsd:import namespace="4532b864-daaf-4add-a485-4c96af387f94"/>
    <xsd:import namespace="8afa5c7d-c215-4e27-9e5f-7d3e0ab764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2b864-daaf-4add-a485-4c96af387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e44079-f624-4777-a56c-7b7b0d20b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a5c7d-c215-4e27-9e5f-7d3e0ab764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0abe79e-27d7-4e99-b259-ba5c785a819d}" ma:internalName="TaxCatchAll" ma:showField="CatchAllData" ma:web="8afa5c7d-c215-4e27-9e5f-7d3e0ab764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8EF647-C673-478F-9955-7B001F67D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885A68-D823-4CAA-ABB0-A7D733F2A182}">
  <ds:schemaRefs>
    <ds:schemaRef ds:uri="4532b864-daaf-4add-a485-4c96af387f94"/>
    <ds:schemaRef ds:uri="8afa5c7d-c215-4e27-9e5f-7d3e0ab764f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876033D-9A2E-40DF-A9C3-EFFB6CD46738}">
  <ds:schemaRefs>
    <ds:schemaRef ds:uri="4532b864-daaf-4add-a485-4c96af387f94"/>
    <ds:schemaRef ds:uri="8afa5c7d-c215-4e27-9e5f-7d3e0ab764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Học máy và ứng dụng Chương 3: Học KHÔNG GIÁM SÁT </vt:lpstr>
      <vt:lpstr>Tài liệu tham khảo</vt:lpstr>
      <vt:lpstr>Nội dung</vt:lpstr>
      <vt:lpstr>Phân cụm giữ liệu</vt:lpstr>
      <vt:lpstr>Phân cụm giữ liệu</vt:lpstr>
      <vt:lpstr>Phân cụm dữ liệu</vt:lpstr>
      <vt:lpstr>Phân cụm dữ liệu</vt:lpstr>
      <vt:lpstr>K-means</vt:lpstr>
      <vt:lpstr>K-means</vt:lpstr>
      <vt:lpstr>K-means</vt:lpstr>
      <vt:lpstr>fuzzy c-means</vt:lpstr>
      <vt:lpstr>fuzzy c-means</vt:lpstr>
      <vt:lpstr>fuzzy c-means</vt:lpstr>
      <vt:lpstr>fuzzy c-means</vt:lpstr>
      <vt:lpstr>fuzzy c-means</vt:lpstr>
      <vt:lpstr>fuzzy c-means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Công Thắng</dc:creator>
  <cp:revision>1</cp:revision>
  <dcterms:created xsi:type="dcterms:W3CDTF">2026-09-04T06:06:16Z</dcterms:created>
  <dcterms:modified xsi:type="dcterms:W3CDTF">2026-09-04T06:25:37Z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0x0101008FF620DB267B0E4DBBDC43D9886A5137</vt:lpwstr>
  </property>
  <property fmtid="{D5CDD505-2E9C-101B-9397-08002B2CF9AE}" pid="3" name="MediaServiceImageTags">
    <vt:lpwstr/>
  </property>
</Properties>
</file>